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Presentation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2286000" cy="3657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Samimi  ·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Collaboration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81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workstreams, API-first, PM support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Implementation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4963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API design, frontend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4107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NestJS, TypeORM, async credit check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325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running app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" cy="146304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API Implementation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6420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definition happens too late, slowing down the entire team.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97280"/>
            <a:ext cx="502920" cy="146304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9728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4068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PM Technical Support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166420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struggle to translate business goals into technical specs.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88920"/>
            <a:ext cx="502920" cy="146304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8892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971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Frontend-Backend Misalignment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3558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blocked, waiting for APIs that aren't ready yet.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7889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788920"/>
            <a:ext cx="502920" cy="146304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78892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2971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 Development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33558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can't work simultaneously — sequential bottlenecks everywhere.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Align Parallel Workstreams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Development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Design the API contract (OpenAPI/Swagger) before writing any code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Commit the spec to the repo — it becomes the source of truth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Frontend and backend work in parallel from day 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Swagger auto-generated from NestJS decorators — always in sync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Servers for 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Frontend uses MSW (Mock Service Worker) or Prism against the OpenAPI spec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dependency on backend being ready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When real API ships, frontend switches with zero code changes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Demonstrated in this project: React app ran against mock before AWS deploy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1097280"/>
            <a:ext cx="27432" cy="3657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&amp; Implementation Speed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45720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Design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64208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OpenAPI spec collaboratively in a kickoff. Define endpoints, request/response shapes, and error codes before sprint starts.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20240" cy="45720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572768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664208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and PM review the spec together. Catch misalignments before a single line of code is written.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920240" cy="45720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Implement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572768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664208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implements against the spec. NestJS + Swagger decorators auto-generate live docs — always accurate.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920240" cy="45720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Validate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03720" y="1572768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664208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integration tests run against the real API. Contract tests (Pact) catch regressions automatically on every deploy.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Product Managers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57200" cy="15544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353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→ API Template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737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"As a user I want to see my balance" into a structured API spec template. PM fills in business rules; dev fills in technical details.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393192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88720"/>
            <a:ext cx="457200" cy="15544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8872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353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API Docs (Swagger)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737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gives PMs a live, explorable API without needing to read code. They can see payloads, try requests, and validate their assumptions.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457200" cy="15544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2608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3-Amigos Sessions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474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kickoff with PM + frontend + backend to walk through the user story before sprint. Align on data model and API shape upfront.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393192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26080"/>
            <a:ext cx="457200" cy="15544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92608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Schema Docs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474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human-readable database schema docs from TypeORM entities. PMs understand what data exists and what's possible to build.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Qred's Values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37490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06040" cy="4114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OpenAPI spec committed to repo — everyone sees the contract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Swagger UI accessible to all stakeholders, not just devs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Migrations tracked in version control — no hidden DB changes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06040" cy="37490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05840"/>
            <a:ext cx="2606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API-first shifts design thinking to the start of the process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Async credit check via SNS/SQS decouples services for scale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Mock-first frontend enables faster iteration and experimentation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06040" cy="37490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05840"/>
            <a:ext cx="26060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1554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Clean architecture that's easy to maintain and extend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331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AWS ECS Fargate + CloudFormation for repeatable, zero-config deploys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End-to-end implementation from DB schema to mobile UI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(UUID PK)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36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personal_number (unique)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562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first_name, last_name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756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email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3931920" cy="347472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(UUID PK)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636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org_number (unique)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8562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name, logo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3931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(UUID PK)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5570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company_id (FK)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776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status (enum)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9959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card_number (nullable)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2153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max_credit, current_credit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issue_date, exp_date (nullable)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26080"/>
            <a:ext cx="393192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337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 (UUID PK)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5570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ocr_number (unique)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776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company_id (FK)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9959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amount, status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42153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issue_date, due_date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777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698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/companies/:id/cards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1069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cards for a company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73352"/>
            <a:ext cx="777240" cy="347472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7335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6916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/companies/:id/cards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 card — creates with UNDER_REVIEW 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95144"/>
            <a:ext cx="777240" cy="347472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9514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23134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/cards/:id/activations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3134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card — generates Luhn card number + sets dates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16936"/>
            <a:ext cx="7772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169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9352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/cards/:id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9352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card status (block, cancel)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38728"/>
            <a:ext cx="777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387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5570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/companies/:id/invoices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5570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invoices for a company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777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6052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41788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/transactions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178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transactions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documented via Swagger at /api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Credit Check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417320" cy="10972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/cards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83080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57400" y="1188720"/>
            <a:ext cx="141732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57400" y="15087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Topic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49040" y="1188720"/>
            <a:ext cx="14173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15087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Worker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CreditFactory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40680" y="1188720"/>
            <a:ext cx="141732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40680" y="15087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132320" y="1188720"/>
            <a:ext cx="1417320" cy="109728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0" y="15087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reject()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60604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Accepted immediately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HTTP threads waiting on external bureaus (1-10s)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60604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CreditCheckFactory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UC, CreditSafe, Kronofogden, Internal — swappable providers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card_number only on approval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with Luhn algorithm only after credit confirmed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70332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retry + DLQ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retries, failed messages go to dead letter queue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+ TypeScript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Vite for fast builds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Context API for global state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Axios API client with typed responses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CSS Modules for scoped styling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005840"/>
            <a:ext cx="27432" cy="38404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Structure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CompanySelector — switch between companies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RemainingSpend — current_credit / max_credit display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TransactionList — latest transactions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— orchestrates all components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520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Activate card button — POST /cards/:id/activations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More Time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91440" cy="105156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904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+ role-based guards (admin vs. company user)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051560"/>
            <a:ext cx="91440" cy="105156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Check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4904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actual SQS/SNS consumers with real CreditCheckFactory providers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86000"/>
            <a:ext cx="91440" cy="105156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27249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service layer, e2e tests with Supertest, contract tests with Pact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28600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286000"/>
            <a:ext cx="91440" cy="105156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7249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Cursor-based pagination on transactions and invoices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20440"/>
            <a:ext cx="91440" cy="105156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95935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filter with standardized error response shape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52044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91440" cy="105156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395935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skeletons, error states, mobile-responsive polish, routing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001C"/>
          </a:solidFill>
          <a:ln w="12700">
            <a:solidFill>
              <a:srgbClr val="E800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questions &amp; demo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2286000" cy="3657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kimia.samimi@focalpay.se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Full-Stack Strategy &amp; Implementation — Qred</dc:title>
  <dc:subject>PptxGenJS Presentation</dc:subject>
  <dc:creator>PptxGenJS</dc:creator>
  <cp:lastModifiedBy>PptxGenJS</cp:lastModifiedBy>
  <cp:revision>1</cp:revision>
  <dcterms:created xsi:type="dcterms:W3CDTF">2026-06-13T07:45:23Z</dcterms:created>
  <dcterms:modified xsi:type="dcterms:W3CDTF">2026-06-13T07:45:23Z</dcterms:modified>
</cp:coreProperties>
</file>